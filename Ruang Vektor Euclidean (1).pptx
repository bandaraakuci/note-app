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5" y="1785937"/>
            <a:ext cx="614362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187" y="428625"/>
            <a:ext cx="8429625" cy="60721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357187"/>
            <a:ext cx="7929562" cy="50720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357187"/>
            <a:ext cx="8786812" cy="5857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357187"/>
            <a:ext cx="8072437" cy="5000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812" y="428625"/>
            <a:ext cx="7429500" cy="39290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357187"/>
            <a:ext cx="8876109" cy="57864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357187"/>
            <a:ext cx="857250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357187"/>
            <a:ext cx="8715375" cy="39290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143000"/>
            <a:ext cx="7858125" cy="39290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285750"/>
            <a:ext cx="8072437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357187"/>
            <a:ext cx="8429625" cy="62150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57187"/>
            <a:ext cx="7500937" cy="6143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187" y="428625"/>
            <a:ext cx="8072437" cy="4714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57187"/>
            <a:ext cx="7742039" cy="5572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937" y="410765"/>
            <a:ext cx="6143625" cy="44469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357187"/>
            <a:ext cx="8501062" cy="60721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357187"/>
            <a:ext cx="8572500" cy="60900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357187"/>
            <a:ext cx="5429250" cy="53578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285750"/>
            <a:ext cx="7858125" cy="6143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ASUS</cp:lastModifiedBy>
  <cp:revision>1</cp:revision>
  <dcterms:created xsi:type="dcterms:W3CDTF">2024-05-29T01:55:21Z</dcterms:created>
  <dcterms:modified xsi:type="dcterms:W3CDTF">2024-05-29T01:56:23Z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LastSaved">
    <vt:filetime>2024-05-24T00:00:00Z</vt:filetime>
  </property>
</Properties>
</file>